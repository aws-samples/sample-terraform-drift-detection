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32F3E"/>
                </a:solidFill>
              </a:rPr>
              <a:t>Terraform Drift Detection &amp; Auto-Remediation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11612880" cy="5852160"/>
          </a:xfrm>
          <a:prstGeom prst="roundRect">
            <a:avLst/>
          </a:prstGeom>
          <a:noFill/>
          <a:ln w="25400">
            <a:solidFill>
              <a:srgbClr val="232F3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32F3E"/>
                </a:solidFill>
              </a:rPr>
              <a:t>AWS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371600" cy="822960"/>
          </a:xfrm>
          <a:prstGeom prst="roundRect">
            <a:avLst/>
          </a:prstGeom>
          <a:solidFill>
            <a:srgbClr val="E7157B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EventBridge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Scheduler
(every 6 hours)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743200"/>
            <a:ext cx="1371600" cy="822960"/>
          </a:xfrm>
          <a:prstGeom prst="roundRect">
            <a:avLst/>
          </a:prstGeom>
          <a:solidFill>
            <a:srgbClr val="E7157B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Functions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1371600" cy="822960"/>
          </a:xfrm>
          <a:prstGeom prst="roundRect">
            <a:avLst/>
          </a:prstGeom>
          <a:solidFill>
            <a:srgbClr val="C7131F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CodeBuild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terraform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1371600" cy="822960"/>
          </a:xfrm>
          <a:prstGeom prst="roundRect">
            <a:avLst/>
          </a:prstGeom>
          <a:solidFill>
            <a:srgbClr val="ED7100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Lambda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Drift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88720"/>
            <a:ext cx="1371600" cy="822960"/>
          </a:xfrm>
          <a:prstGeom prst="roundRect">
            <a:avLst/>
          </a:prstGeom>
          <a:solidFill>
            <a:srgbClr val="3E8EDE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CloudWatch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Log (No Drift)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743200"/>
            <a:ext cx="1371600" cy="822960"/>
          </a:xfrm>
          <a:prstGeom prst="roundRect">
            <a:avLst/>
          </a:prstGeom>
          <a:solidFill>
            <a:srgbClr val="C7131F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CodeBuild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terraform apply
(Auto)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743200"/>
            <a:ext cx="1188720" cy="822960"/>
          </a:xfrm>
          <a:prstGeom prst="roundRect">
            <a:avLst/>
          </a:prstGeom>
          <a:solidFill>
            <a:srgbClr val="3F8624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S3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Audit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89120"/>
            <a:ext cx="1371600" cy="822960"/>
          </a:xfrm>
          <a:prstGeom prst="roundRect">
            <a:avLst/>
          </a:prstGeom>
          <a:solidFill>
            <a:srgbClr val="E7157B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SNS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486400"/>
            <a:ext cx="1371600" cy="822960"/>
          </a:xfrm>
          <a:prstGeom prst="roundRect">
            <a:avLst/>
          </a:prstGeom>
          <a:solidFill>
            <a:srgbClr val="232F3E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Human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4389120"/>
            <a:ext cx="1371600" cy="822960"/>
          </a:xfrm>
          <a:prstGeom prst="roundRect">
            <a:avLst/>
          </a:prstGeom>
          <a:solidFill>
            <a:srgbClr val="C7131F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CodeBuild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terraform apply
(Approved)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5486400"/>
            <a:ext cx="1188720" cy="822960"/>
          </a:xfrm>
          <a:prstGeom prst="roundRect">
            <a:avLst/>
          </a:prstGeom>
          <a:solidFill>
            <a:srgbClr val="3F8624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S3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Audit 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754880"/>
            <a:ext cx="1371600" cy="640080"/>
          </a:xfrm>
          <a:prstGeom prst="roundRect">
            <a:avLst/>
          </a:prstGeom>
          <a:solidFill>
            <a:srgbClr val="3F8624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S3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Plan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5303520"/>
            <a:ext cx="1371600" cy="640080"/>
          </a:xfrm>
          <a:prstGeom prst="roundRect">
            <a:avLst/>
          </a:prstGeom>
          <a:solidFill>
            <a:srgbClr val="3E8EDE"/>
          </a:solidFill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CloudWatch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Drift 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3154680"/>
            <a:ext cx="45720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65960" y="2926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232F3E"/>
                </a:solidFill>
              </a:rPr>
              <a:t>trigger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154680"/>
            <a:ext cx="45720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94760" y="2926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232F3E"/>
                </a:solidFill>
              </a:rPr>
              <a:t>run plan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60720" y="3154680"/>
            <a:ext cx="45720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23560" y="2926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232F3E"/>
                </a:solidFill>
              </a:rPr>
              <a:t>plan JSON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589520" y="1600200"/>
            <a:ext cx="822960" cy="1280160"/>
          </a:xfrm>
          <a:prstGeom prst="line">
            <a:avLst/>
          </a:prstGeom>
          <a:ln w="25400">
            <a:solidFill>
              <a:srgbClr val="3CB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89520" y="3154680"/>
            <a:ext cx="822960" cy="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35240" y="29260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F8C00"/>
                </a:solidFill>
              </a:rPr>
              <a:t>low-risk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84080" y="3154680"/>
            <a:ext cx="54864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89520" y="3429000"/>
            <a:ext cx="822960" cy="13716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98280" y="5212080"/>
            <a:ext cx="0" cy="27432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41080" y="5257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232F3E"/>
                </a:solidFill>
              </a:rPr>
              <a:t>notify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84080" y="4800600"/>
            <a:ext cx="54864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92640" y="45720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232F3E"/>
                </a:solidFill>
              </a:rPr>
              <a:t>approved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0927080" y="5212080"/>
            <a:ext cx="91440" cy="27432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74920" y="3566160"/>
            <a:ext cx="0" cy="1188720"/>
          </a:xfrm>
          <a:prstGeom prst="line">
            <a:avLst/>
          </a:prstGeom>
          <a:ln w="12700">
            <a:solidFill>
              <a:srgbClr val="3F862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/>
              <a:t>Legend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1371600"/>
            <a:ext cx="274320" cy="1371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1353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No drift (exit)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1600200"/>
            <a:ext cx="274320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15819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Low-risk (auto-remediate)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1828800"/>
            <a:ext cx="274320" cy="137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18105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High/Critical (approval)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